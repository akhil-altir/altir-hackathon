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aed37eaafc4c67" /><Relationship Type="http://schemas.openxmlformats.org/officeDocument/2006/relationships/extended-properties" Target="/docProps/app.xml" Id="Rfc7455a546d243da" /><Relationship Type="http://schemas.openxmlformats.org/officeDocument/2006/relationships/officeDocument" Target="/ppt/presentation.xml" Id="Re3dcea97fd4c4b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fff088c6c14e51"/>
  </p:sldMasterIdLst>
  <p:notesMasterIdLst>
    <p:notesMasterId xmlns:r="http://schemas.openxmlformats.org/officeDocument/2006/relationships" r:id="Rae67a1c8a9184694"/>
  </p:notesMasterIdLst>
  <p:sldIdLst>
    <p:sldId xmlns:r="http://schemas.openxmlformats.org/officeDocument/2006/relationships" id="256" r:id="Ra1956a4018a14558"/>
    <p:sldId xmlns:r="http://schemas.openxmlformats.org/officeDocument/2006/relationships" id="257" r:id="R8f9389dd296f4037"/>
    <p:sldId xmlns:r="http://schemas.openxmlformats.org/officeDocument/2006/relationships" id="258" r:id="R286d2eac27ea4433"/>
    <p:sldId xmlns:r="http://schemas.openxmlformats.org/officeDocument/2006/relationships" id="259" r:id="R6af4a556f3e64e01"/>
    <p:sldId xmlns:r="http://schemas.openxmlformats.org/officeDocument/2006/relationships" id="260" r:id="R1460ea9caae64b15"/>
    <p:sldId xmlns:r="http://schemas.openxmlformats.org/officeDocument/2006/relationships" id="261" r:id="R7d162761cfa5421f"/>
    <p:sldId xmlns:r="http://schemas.openxmlformats.org/officeDocument/2006/relationships" id="262" r:id="R7a2af6bafefc4a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ff088c6c14e51" /><Relationship Type="http://schemas.openxmlformats.org/officeDocument/2006/relationships/theme" Target="/ppt/theme/theme1.xml" Id="R7942b954e2c6487d" /><Relationship Type="http://schemas.openxmlformats.org/officeDocument/2006/relationships/notesMaster" Target="/ppt/notesMasters/notesMaster1.xml" Id="Rae67a1c8a9184694" /><Relationship Type="http://schemas.openxmlformats.org/officeDocument/2006/relationships/presProps" Target="/ppt/presProps.xml" Id="Ra7f33769e2204c57" /><Relationship Type="http://schemas.openxmlformats.org/officeDocument/2006/relationships/viewProps" Target="/ppt/viewProps.xml" Id="Re0c6ce8c4a204fa4" /><Relationship Type="http://schemas.openxmlformats.org/officeDocument/2006/relationships/tableStyles" Target="/ppt/tableStyles.xml" Id="R73f6f8934ca341a2" /><Relationship Type="http://schemas.openxmlformats.org/officeDocument/2006/relationships/slide" Target="/ppt/slides/slide1.xml" Id="Ra1956a4018a14558" /><Relationship Type="http://schemas.openxmlformats.org/officeDocument/2006/relationships/slide" Target="/ppt/slides/slide2.xml" Id="R8f9389dd296f4037" /><Relationship Type="http://schemas.openxmlformats.org/officeDocument/2006/relationships/slide" Target="/ppt/slides/slide3.xml" Id="R286d2eac27ea4433" /><Relationship Type="http://schemas.openxmlformats.org/officeDocument/2006/relationships/slide" Target="/ppt/slides/slide4.xml" Id="R6af4a556f3e64e01" /><Relationship Type="http://schemas.openxmlformats.org/officeDocument/2006/relationships/slide" Target="/ppt/slides/slide5.xml" Id="R1460ea9caae64b15" /><Relationship Type="http://schemas.openxmlformats.org/officeDocument/2006/relationships/slide" Target="/ppt/slides/slide6.xml" Id="R7d162761cfa5421f" /><Relationship Type="http://schemas.openxmlformats.org/officeDocument/2006/relationships/slide" Target="/ppt/slides/slide7.xml" Id="R7a2af6bafefc4a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99bffa71694c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82b5ddf6cd4f23" /><Relationship Type="http://schemas.openxmlformats.org/officeDocument/2006/relationships/notesMaster" Target="/ppt/notesMasters/notesMaster1.xml" Id="R60714ab31ba64a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540c2ca703486b" /><Relationship Type="http://schemas.openxmlformats.org/officeDocument/2006/relationships/notesMaster" Target="/ppt/notesMasters/notesMaster1.xml" Id="R98f67b0407bc49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4461dd8bee4c42" /><Relationship Type="http://schemas.openxmlformats.org/officeDocument/2006/relationships/notesMaster" Target="/ppt/notesMasters/notesMaster1.xml" Id="R0e76d3da126042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3028c2d07d447c" /><Relationship Type="http://schemas.openxmlformats.org/officeDocument/2006/relationships/notesMaster" Target="/ppt/notesMasters/notesMaster1.xml" Id="R57c13dccb1cc45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bdaac7db004ab3" /><Relationship Type="http://schemas.openxmlformats.org/officeDocument/2006/relationships/notesMaster" Target="/ppt/notesMasters/notesMaster1.xml" Id="R8b2f7aebf1ac4f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408fdc35154557" /><Relationship Type="http://schemas.openxmlformats.org/officeDocument/2006/relationships/notesMaster" Target="/ppt/notesMasters/notesMaster1.xml" Id="R8ce72818bfb040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906f6931494cb4" /><Relationship Type="http://schemas.openxmlformats.org/officeDocument/2006/relationships/notesMaster" Target="/ppt/notesMasters/notesMaster1.xml" Id="R341a8aa4f1d448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326718aa743d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8b8426984ac480a" /><Relationship Type="http://schemas.openxmlformats.org/officeDocument/2006/relationships/slideLayout" Target="/ppt/slideLayouts/slideLayout2.xml" Id="R3145f85807464f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45f85807464f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0fbd268a504b55" /><Relationship Type="http://schemas.openxmlformats.org/officeDocument/2006/relationships/notesSlide" Target="/ppt/notesSlides/notesSlide1.xml" Id="R1566e9cb7ed340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1fe38dd5624633" /><Relationship Type="http://schemas.openxmlformats.org/officeDocument/2006/relationships/notesSlide" Target="/ppt/notesSlides/notesSlide2.xml" Id="R4d7333c8a7ca48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130d0b7e464d75" /><Relationship Type="http://schemas.openxmlformats.org/officeDocument/2006/relationships/notesSlide" Target="/ppt/notesSlides/notesSlide3.xml" Id="R8915595ad6054c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135425bca24dd2" /><Relationship Type="http://schemas.openxmlformats.org/officeDocument/2006/relationships/notesSlide" Target="/ppt/notesSlides/notesSlide4.xml" Id="R546d9d03536146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36a565abef4a57" /><Relationship Type="http://schemas.openxmlformats.org/officeDocument/2006/relationships/notesSlide" Target="/ppt/notesSlides/notesSlide5.xml" Id="R2d02160a22404b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fdf2eeeb7942c8" /><Relationship Type="http://schemas.openxmlformats.org/officeDocument/2006/relationships/notesSlide" Target="/ppt/notesSlides/notesSlide6.xml" Id="R185e540d0d2047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566aecfbe24cc4" /><Relationship Type="http://schemas.openxmlformats.org/officeDocument/2006/relationships/notesSlide" Target="/ppt/notesSlides/notesSlide7.xml" Id="Rb87b3e9fa4a442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109D90-C94B-4A11-9FA7-49483597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07A7D-1E1C-4CC4-88D5-C7B779CB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7B95E-1760-4856-8138-E04BA910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1112B-EF56-4959-94A2-3C71F491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9FF29-6A41-4F84-8953-C67F91F9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5E4D9-6E28-4424-AEF0-D7AF952E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5784E-127B-4B80-A87F-C9163AD5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8B202-6844-4B56-8711-58CC9097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C0D33-553C-4137-BBC5-A8EF2CEF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4CDC1-8935-4B52-A633-B943FA1B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1D720-E0BC-40B9-8925-E7D9D5A6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17089-F9C9-4805-A5C0-07EB5E3B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0E3DB-A607-469F-B200-E461C457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B9D91-0D34-4F3E-83DA-88A28C59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C1AB2-9F0D-4317-A4B6-96FF7D01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25DF6-8475-4D57-A35A-889832FD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70EB9-1835-4152-B964-188214E3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64417-9217-494B-9AC0-CEF92027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ALTIR TECH DAY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0013F-33E5-42F6-9220-B074D27C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BUILD WINDOW / LIVE DEMOS / 5:30 PM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353FF-CD37-4E59-B56A-1FE6AD10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13AFD1-58B3-4229-978A-D57BB5FB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473901-CDD5-4241-B385-744D5F3E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5725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F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FB087-843B-4A60-B90C-0147350A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478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330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ALTIR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1764C-ADC3-4E9B-A99F-97CA57D2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6858000" cy="12401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defRPr>
            </a:pPr>
            <a:r>
              <a:rPr sz="630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rPr>
              <a:t>Tech Day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77D6D-0E65-4CD3-91D4-E87FE20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Four hours to build, ship, and demo something useful.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F45A86-113A-47F9-A171-7FDC8817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D6A2C5-8990-45A7-B9AA-5344A129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MAY 22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06E49A-8EBB-4FBB-8B86-15C19290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243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805D05-C766-4E54-83B7-31386C17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005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4-HOUR BUILD WINDOW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830F7B-EB92-4D3B-B180-FAC483E3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24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587CF-7037-4CAB-B622-E8998FD2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005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LIVE DEMOS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6E5462-4136-486D-86B0-B6CFF73B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101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OPENING SESSION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885869-D286-4283-AE0A-B458A6D7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890706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50D082-AE17-49D1-AEDD-E1F2B920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C97C9-7A32-45B8-9A82-507613E6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CC399-FC7C-4138-9B4F-C6749D43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C2EB0-2BAB-4585-9731-08E9756D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B972C-651E-4C19-989C-20F75309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FA170-B172-43D8-B9FE-686FFEB2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ED426-70FE-4605-9ED5-DF3460DE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8F1C2-DB80-4530-8734-E5AA0595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BD727-B457-44D6-9ED6-C94D858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3E756-6B72-4169-BE01-6DF833AC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3FD06-6619-4F8F-A387-89657EE9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18B5D-864A-44C5-A1A5-AA8CA3FF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20C5E-030E-4BBB-8973-424B2C57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2F871-3412-461A-92B5-000A9A4B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11563-C14D-474F-9373-6FF09EE0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049C8-0B81-4F7C-8A8C-581B497C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25A91-7462-4ED9-914B-D81120DF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E7F40-4C45-40D0-B9F6-4424FA03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274C8-A3C9-430E-885C-FBACF7F5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BUILD WINDOW / LIVE DEMOS / 5:30 PM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79C5C-8EEE-4BBB-A75F-2D96DB55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414AA-37B9-4C2C-9900-37895C59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THE CONSTRAINT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BB6FD-B39A-40D1-B21C-CE49CD25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876300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rPr>
              <a:t>Most demos fail because the scope is too big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80E69-03C6-4BC3-9150-4803637B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752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You already have a team. You likely have an idea. Now cut it down.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F84A96-C359-4EE9-94D4-23C82A27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476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C23F6-F415-4100-85B4-B831BA81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BD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2BD6"/>
                </a:solidFill>
                <a:latin typeface="Aptos Mono"/>
                <a:ea typeface="Aptos Mono"/>
                <a:cs typeface="Aptos Mono"/>
              </a:rPr>
              <a:t>TOO MUCH SCOPE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09B957-6098-4314-A1B4-8DB073BF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rPr>
              <a:t>Unfinished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66D881-BF89-4B6E-ADF4-7A6CA344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B0069-9284-4C84-8CD6-C64AEDE7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476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19DAF5-E603-4B5F-B5C9-B2BBC2B5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48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SHARP SCOPE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D159D5-DA73-4A41-91E1-A1BDDC3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672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rPr>
              <a:t>Demoable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45FD89-E147-424E-818E-964127E4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768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FF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837D1E-914E-4E59-9853-9E2CFE8D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769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Pick the smallest version that proves the value. Build that insanely well.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528344-1F0F-439E-B65A-110DAA51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76539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440009-9F82-4832-8D94-922B6EE5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58D85-B7B0-40DD-9D51-0DEB3685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738E7-E8DF-48D4-860D-01E47B29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EE814-4D37-4A18-A00D-EB544C15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A60B7-6C61-4E6C-876F-167B671C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DB61F-8B0E-45F0-A1A1-39806A01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AE210-EEA3-472D-AD2A-798BCDFF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1E315-93D0-4681-BC13-7E84023C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5B056-9DF9-4519-BBDF-C09D6572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FF918-EBB6-4E08-AA0B-892A0010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BAE5A-CC12-4165-8D52-44E49240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C9968-4BBA-462D-9008-7EF44F8A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D3665-6C8E-482A-AD67-66D52C78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55E3A-D42C-4C07-BB39-AB754FC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23E05-321D-4443-9FE3-45D9DEC4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8A790-51E4-41DE-B2C0-E972385D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DEB19-BA1A-4312-9124-552E2C25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64106-BB6E-4D32-A3DD-F6C53BF8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RUN OF SHOW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371C7-F498-4AA5-8DFB-9724021E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BUILD WINDOW / LIVE DEMOS / 5:30 PM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9086A-255C-48B7-9029-51C98D83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7B570-8BDA-4691-998A-441B3129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TIMELINE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A901E-1F6C-486F-8D64-C85087F3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953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rPr>
              <a:t>Timeline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6043F3-EA62-444D-9134-1284B83F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81400"/>
            <a:ext cx="9086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2E92C8-FF41-4CE5-87AB-33EA3E11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EBA50-301C-4853-ADD0-117DEE58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14725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6A6A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A6A6A6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B2AD6-187B-41CD-B7E3-C02A212F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B25E94-8511-4B7C-833F-454A7F36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4F4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F4F4F4"/>
                </a:solidFill>
                <a:latin typeface="Aptos Mono"/>
                <a:ea typeface="Aptos Mono"/>
                <a:cs typeface="Aptos Mono"/>
              </a:rPr>
              <a:t>1:00 PM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E81E7F-612B-448D-8186-4E8AD796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Keys + setup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6C732B-5DB9-4A47-B1C1-AE6486E6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env setup starts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29DA2-D322-460B-B2F5-D5B68846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FF00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14D02-FACD-41CA-9BD1-FDE49485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14725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5050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050505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5F8BCB-CE79-4644-BFAB-90F4153F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576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F79DB5-F7F2-4300-90DD-D1E9B6BA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86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1:30 PM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A4ABB1-6B4B-45E4-B844-F4BBA367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482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Build starts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25FEE6-D52C-42F4-BAEC-B43C2717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339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4-hour window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21D8DC-E893-468A-BBF2-C3A529D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07AEE3-A281-4ED9-9EF3-A11A2246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14725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6A6A6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A6A6A6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2A32EB-8103-46E7-82ED-810DA444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576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AE2DC2-913E-4202-9ADA-AE23FC6A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86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4F4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F4F4F4"/>
                </a:solidFill>
                <a:latin typeface="Aptos Mono"/>
                <a:ea typeface="Aptos Mono"/>
                <a:cs typeface="Aptos Mono"/>
              </a:rPr>
              <a:t>5:00 PM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56A370-F6DC-4617-87D0-5FEDB52D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Early bonus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F2DD53-1EB6-4164-8CCC-A9AE1818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339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submit early = bonus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C98908-4090-4315-ABB3-23E66A29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FF00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62DC11-C2A9-4C74-872E-373DE0D4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14725"/>
            <a:ext cx="209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5050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050505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A132D6-0F65-485A-8AE1-3AB23346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576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47E661-A6A2-467E-87A1-94894EA2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86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5:30 PM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C8DB27-B2CD-4F8A-AFD4-95294A0B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64820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Submissions + demos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3E1535-1668-401D-A00B-200A6565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9339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live judging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732A9C-A9EE-4E2C-9DBF-5EFB8263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01769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598C2-1643-49C4-9645-A85F16F0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B3710-CFA8-49D3-9101-A693CA36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BDED0-86A8-493E-9B11-C8B62916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196CA-AB7C-4B08-B6AA-EAD81D11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BBDFF-34EB-49E1-92AD-D836A34A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566B1-C984-425A-AFF6-7962F52F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78CD2-5E16-49BC-A8A5-21042128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A9A52-6770-4414-AC6F-2DBDAF76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DB1CE-5D9B-402F-BD5B-E0786D8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2A836-FE7B-4FA2-81C6-674AB4D8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2D06F-E3AC-4E3D-BF4E-8A93A4BF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63F8D-867A-4463-BFBD-63ACA019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A05C1-AB9F-4A02-ACCF-3724F09B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29E56-4036-44C9-BB2F-4028CD77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424CD-0E45-465B-A723-E30E87ED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B29DC-E91B-4DE8-B114-B13CD57A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4D817-00FB-4C43-9CB3-85E06F88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574B27-6736-460B-A70A-84E87188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43494-4AFF-466D-9A31-F3244455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BUILD WINDOW / LIVE DEMOS / 5:30 PM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819B5-1525-4FBD-AEB2-7FA8B402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045A3-7104-47AA-A2D3-7735E064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OPEN CHOICE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D188C4-E991-4872-8BBC-7E463CAB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723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rPr>
              <a:t>Use whatever helps you finish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7FB6FA-FE1C-4F07-BDA5-B589BB82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The toolchain is flexible. The demo has to work.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5FB7E-15FB-491D-A518-D72C66EF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0706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61C8A6-FD94-4644-8969-7510C1CF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STACK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D25AA8-79E7-478A-905E-DD5C688D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6232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Next.js, React, Python, SQL, Supabase, Postgres, APIs, scripts, notebooks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4A8F5-96EC-4863-A71A-2841ED27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718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OPEN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7FE562-8B22-43FA-B4A0-D2A5FF74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10706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0EEB9F-01F7-4B6C-A013-FDA5498B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AI TOOLS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334A78-E529-41FD-8952-0E448297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671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Cursor, Claude, Codex, Codeium, ChatGPT, Gemini, Lovable, Replit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E70374-BBC2-4C1F-A057-12EBAB97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76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OPEN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AE3B53-BC39-4EF9-B28C-73D63515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0706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1E4A19-5B16-4C22-8795-6726947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HOSTING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9C3864-B9FC-40BF-A1B7-AF2D6947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7202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Vercel, Railway, Render, Replit, Netlify, Cloudflare, your own infra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35BDA2-1065-47C8-9AEB-227C44B2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815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OPEN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50104B-699C-4757-9073-6BBE70B4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706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9525">
            <a:solidFill>
              <a:srgbClr val="2A2A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E02A16-0539-4C08-9433-B1417062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COLLAB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088145-A60A-41F6-8749-70951DF2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76875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Combine platforms. Ask any assistant when blocked.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FDD9C4-5CD6-4305-9364-20DB80DA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864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OPEN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56F832-186D-46F0-8119-DA5D93FF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02696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6A43E5-073D-48D9-8F00-55B9B55A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49253-12DA-4438-A69D-0524FF71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572E4-9BB5-4FCD-AF8C-D716BA84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CA27A-0DEA-4ECB-98A3-1C7A64C8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DBB51-9314-4724-8448-28128EAE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D9109-A00F-4AD3-961F-B9366EB0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91FFD-DB9B-4A96-A95F-DAC72BF8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0D6C2-D4A2-433C-AEC5-CC6AB596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F47C4-0A26-4416-A88F-98BE0E79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70248-456A-42FB-9B3A-F7581D9B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A86D4-1549-4558-BB2D-0C75D4D1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680D3-A847-4A1C-968F-7FF11A5E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FADC6-E237-460E-9EDA-26C3DF75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A4E92-1510-4C6A-AFE8-7BC65A4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4AC06-1E92-4FC4-8A38-073C3302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58CC9-145C-4A84-B211-83AFBC3C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D01E4-92DC-4675-97B5-EDE09610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1041B-DE28-41B3-8885-AB1F3CE3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OPENAI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58AE7-7748-4E30-AC35-4974D251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BUILD WINDOW / LIVE DEMOS / 5:30 PM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BECEB-9F7F-4F0A-A917-D85972E9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34C63-8343-447E-B7D4-C1019142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TEAM RESOURCE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212CD4-C433-4003-87F5-6B28B4F0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8191500" cy="7972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rPr>
              <a:t>Each team gets an OpenAI API key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CAD91-721B-496E-8EFF-91AA9978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000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D3924-8D06-46F0-8D0B-25AE8AFD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C4FF00"/>
                </a:solidFill>
                <a:latin typeface="Aptos Display"/>
                <a:ea typeface="Aptos Display"/>
                <a:cs typeface="Aptos Display"/>
              </a:defRPr>
            </a:pPr>
            <a:r>
              <a:rPr sz="6300" b="1">
                <a:solidFill>
                  <a:srgbClr val="C4FF00"/>
                </a:solidFill>
                <a:latin typeface="Aptos Display"/>
                <a:ea typeface="Aptos Display"/>
                <a:cs typeface="Aptos Display"/>
              </a:rPr>
              <a:t>$15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2CD4C1-446F-473C-AF26-F3947AF6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4F4"/>
                </a:solidFill>
                <a:latin typeface="Aptos"/>
                <a:ea typeface="Aptos"/>
                <a:cs typeface="Aptos"/>
              </a:rPr>
              <a:t>OpenAI credits per team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027AD-3716-45F3-BA39-89FC7EEF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6A6A6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A6A6A6"/>
                </a:solidFill>
                <a:latin typeface="Aptos Mono"/>
                <a:ea typeface="Aptos Mono"/>
                <a:cs typeface="Aptos Mono"/>
              </a:rPr>
              <a:t>Use efficiently and judiciously.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101A4-0ABE-4E26-87FB-AAADC648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619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253A9-0FC8-4E7A-AD17-8AB69805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523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Use any available OpenAI model. Pick models based on the task: 5.3 Codex-style coding, 5.5-class reasoning, debugging, summarization, or fast iteration.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2C903A-BF31-4CEE-A54E-28F6F655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C61345-10DC-4511-AA51-D6937556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C0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CC00"/>
                </a:solidFill>
                <a:latin typeface="Aptos Mono"/>
                <a:ea typeface="Aptos Mono"/>
                <a:cs typeface="Aptos Mono"/>
              </a:rPr>
              <a:t>Do not commit keys to GitHub. Do not show keys in screenshots, logs, or demos.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B4B906-99B0-4575-B22C-D222E663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96631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714412-FF29-4A57-A2D5-0A666DCB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1BCEC-725A-4A77-8E25-7C328907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5E62F-6D5A-4649-8CB2-ABC84180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8BC4B-6953-4BE7-9FD5-51CC8D7D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9BFED-03E5-4D76-8F57-DE7D09D8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89A98-4E02-4898-8E89-B0ED948E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32DDF-07C3-4300-851F-3DCD88C9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BD3C7-CF49-4827-B15E-19EC04F4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CA436-1B0E-4617-A3B3-39048CE4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4C9BD-9BC7-4BA5-8361-1039BE8F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73014-B6D9-4084-8679-D5106143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573D5-B17F-4A00-AF8A-1E836864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20453-A2F0-4153-B082-0B91F020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BE590-2EB1-451C-B7A9-5D43B82E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85C13-CE1F-4776-AEB8-484751F8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86C86-D0A8-4B4E-B872-FF42D973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6AE8F-0DE0-4E20-B9EF-0583943E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9B994-5DBA-4BB3-9782-E8D66A9D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SUBMIT +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ADE6D-8ED2-4950-B8D2-4AECD065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BUILD WINDOW / LIVE DEMOS / 5:30 PM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AC9F2-72FF-4BC4-8DC6-40CDE1B4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B4A82-C18A-4185-B93E-B581CDDA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JUDGING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D46B6-4C1C-4A46-8572-39DF9439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858000" cy="826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rPr>
              <a:t>Make it easy to judge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22412-02AB-4018-AFBE-71C75DAC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953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A8755-2B56-4AA0-9D5A-6C819283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SUBMISSION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F2F236-9594-493A-84B7-78E1FBA1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81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CFDA67-E0EE-4984-B55A-AE0FF82C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Repo link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27FCA4-D173-427F-8449-6837CDE9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05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FA8CAA-76AC-49D1-8376-F02C1DF4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Deployment link, if applicable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BBE17-2A7C-4AB3-BB5F-4E2961D9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290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C59C2-ECF6-43E1-B35A-3395CF70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Demo video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FD31E8-CC9C-4CC6-A490-17CA1A5F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77DB3A-3931-4398-96CB-27AF3ED6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Short deck / explanation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C3BDB3-A511-4DFE-9895-E95DA326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767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4F336D-E439-45E0-8833-D779485B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3EEDD3-70B3-4E72-A7C7-0A73B4A5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28900"/>
            <a:ext cx="5086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1629B5-0814-4BCA-BF91-5D62BC28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14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SCORING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CFAD53-5E5D-425E-AFEF-4C183120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rPr>
              <a:t>60%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724B74-1748-4693-B061-27298656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38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Judge score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626A0A-8DF1-43A0-A683-7F81433D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C4FF00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C4FF00"/>
                </a:solidFill>
                <a:latin typeface="Aptos Display"/>
                <a:ea typeface="Aptos Display"/>
                <a:cs typeface="Aptos Display"/>
              </a:rPr>
              <a:t>40%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B68FA6-BDF5-4F8F-BA5F-18B4C6D0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38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Event score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D6179A-696E-4011-B915-C46723B3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YouTube private/unlisted links are fine if accessible. Personal or company GitHub repos are fine if judges can access them. Do not expose secrets or private data.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391758-AF3E-441F-91E5-BE5BDF80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16814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87BEC8-56A7-49AE-93DD-027341BD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743A1-3A9F-4000-8F05-49D72CEA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19198-0585-4402-8729-5112F2E7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15A2A-D629-4708-9B17-4C358CE2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7832A-495D-4613-B722-7EA95852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4A787-76B1-4E87-9A4A-49F881A1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0ACCD-BF4B-467A-BAAD-43C6A059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38324-531F-4F67-B942-FEE4EC32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6D10D-3CE1-4710-BABD-D95656E5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B5ED9-D3C8-4D1C-9CCA-ADCBB5A2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8EDB5-2BCF-41EE-AD50-98ED6B98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0C828-7428-47AC-893B-3A8AD223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5B0C9-E29E-4F42-82E8-A6C0D143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5305B-FD4E-476D-B8DF-D8C24713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E6506-2C40-4D25-96D4-4B4B1702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CCAE2-B6D9-46A8-977B-4D4A7E87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451EC-325F-4255-A984-A3B984BA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D7B5A-0AE2-4EA0-8E31-76DDEB12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A54C2-8B2A-4B50-846A-2BD31C79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BUILD WINDOW / LIVE DEMOS / 5:30 PM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088998-6666-4A55-AF91-2794819F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62AA3A-17BE-478F-8E86-B2A69F31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BUILD 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E7799-F467-49BA-96EF-3C7FE084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10629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4F4F4"/>
                </a:solidFill>
                <a:latin typeface="Aptos Display"/>
                <a:ea typeface="Aptos Display"/>
                <a:cs typeface="Aptos Display"/>
              </a:rPr>
              <a:t>Let's start building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B17C3-4BA9-4A58-8A69-5895ABEA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4F4F4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F4F4F4"/>
                </a:solidFill>
                <a:latin typeface="Aptos"/>
                <a:ea typeface="Aptos"/>
                <a:cs typeface="Aptos"/>
              </a:rPr>
              <a:t>Make it work. Make it clear. Ship 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CE9B0-D3FD-412D-A5E0-32DFF2C3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9944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9525">
            <a:solidFill>
              <a:srgbClr val="C4FF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93276-5C7D-4460-BB65-9895FDF1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390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4FF00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C4FF00"/>
                </a:solidFill>
                <a:latin typeface="Aptos Mono"/>
                <a:ea typeface="Aptos Mono"/>
                <a:cs typeface="Aptos Mono"/>
              </a:rPr>
              <a:t>&gt; start 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1A703A-9B37-4581-9BE7-3452201D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482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Cut scope now / build the core path first / use help early / demo live at 5:30 PM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317C31-7B81-4567-BF46-F5454DF6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293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666666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64543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2026-05-21T05:28:22.7390000Z</dcterms:created>
  <dcterms:modified xsi:type="dcterms:W3CDTF">2026-05-21T05:28:22.7390000Z</dcterms:modified>
</coreProperties>
</file>